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e98fb520c4659" /><Relationship Type="http://schemas.openxmlformats.org/officeDocument/2006/relationships/extended-properties" Target="/docProps/app.xml" Id="R1fa349d7cac74126" /><Relationship Type="http://schemas.openxmlformats.org/officeDocument/2006/relationships/officeDocument" Target="/ppt/presentation.xml" Id="R651a9c94d298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2d9c7d74a4365"/>
  </p:sldMasterIdLst>
  <p:notesMasterIdLst>
    <p:notesMasterId xmlns:r="http://schemas.openxmlformats.org/officeDocument/2006/relationships" r:id="R378ef33a43ae44f9"/>
  </p:notesMasterIdLst>
  <p:sldIdLst>
    <p:sldId xmlns:r="http://schemas.openxmlformats.org/officeDocument/2006/relationships" id="256" r:id="R9a0ff267429843e1"/>
    <p:sldId xmlns:r="http://schemas.openxmlformats.org/officeDocument/2006/relationships" id="257" r:id="R998376403bb14df3"/>
    <p:sldId xmlns:r="http://schemas.openxmlformats.org/officeDocument/2006/relationships" id="258" r:id="R069c8075cd77490f"/>
    <p:sldId xmlns:r="http://schemas.openxmlformats.org/officeDocument/2006/relationships" id="259" r:id="R3f86c1af6b114861"/>
    <p:sldId xmlns:r="http://schemas.openxmlformats.org/officeDocument/2006/relationships" id="260" r:id="Rfd00fce9460e4d2e"/>
    <p:sldId xmlns:r="http://schemas.openxmlformats.org/officeDocument/2006/relationships" id="261" r:id="Rc509064024fc4f39"/>
    <p:sldId xmlns:r="http://schemas.openxmlformats.org/officeDocument/2006/relationships" id="262" r:id="R0ace7dd73e4c4e4e"/>
    <p:sldId xmlns:r="http://schemas.openxmlformats.org/officeDocument/2006/relationships" id="263" r:id="R30ebb57892f84e2c"/>
    <p:sldId xmlns:r="http://schemas.openxmlformats.org/officeDocument/2006/relationships" id="264" r:id="R9d6890cc90db4c21"/>
    <p:sldId xmlns:r="http://schemas.openxmlformats.org/officeDocument/2006/relationships" id="265" r:id="Rd7f54e35437b4a0e"/>
    <p:sldId xmlns:r="http://schemas.openxmlformats.org/officeDocument/2006/relationships" id="266" r:id="R6b6f153b83d04342"/>
    <p:sldId xmlns:r="http://schemas.openxmlformats.org/officeDocument/2006/relationships" id="267" r:id="R60eea6db687f44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4671dfdf3340e5" /><Relationship Type="http://schemas.openxmlformats.org/officeDocument/2006/relationships/slideMaster" Target="/ppt/slideMasters/slideMaster1.xml" Id="R96a2d9c7d74a4365" /><Relationship Type="http://schemas.openxmlformats.org/officeDocument/2006/relationships/notesMaster" Target="/ppt/notesMasters/notesMaster1.xml" Id="R378ef33a43ae44f9" /><Relationship Type="http://schemas.openxmlformats.org/officeDocument/2006/relationships/presProps" Target="/ppt/presProps.xml" Id="R724a6654a0d74286" /><Relationship Type="http://schemas.openxmlformats.org/officeDocument/2006/relationships/tableStyles" Target="/ppt/tableStyles.xml" Id="R01df2d67a2c542f9" /><Relationship Type="http://schemas.openxmlformats.org/officeDocument/2006/relationships/slide" Target="/ppt/slides/slide1.xml" Id="R9a0ff267429843e1" /><Relationship Type="http://schemas.openxmlformats.org/officeDocument/2006/relationships/slide" Target="/ppt/slides/slide2.xml" Id="R998376403bb14df3" /><Relationship Type="http://schemas.openxmlformats.org/officeDocument/2006/relationships/slide" Target="/ppt/slides/slide3.xml" Id="R069c8075cd77490f" /><Relationship Type="http://schemas.openxmlformats.org/officeDocument/2006/relationships/slide" Target="/ppt/slides/slide4.xml" Id="R3f86c1af6b114861" /><Relationship Type="http://schemas.openxmlformats.org/officeDocument/2006/relationships/slide" Target="/ppt/slides/slide5.xml" Id="Rfd00fce9460e4d2e" /><Relationship Type="http://schemas.openxmlformats.org/officeDocument/2006/relationships/slide" Target="/ppt/slides/slide6.xml" Id="Rc509064024fc4f39" /><Relationship Type="http://schemas.openxmlformats.org/officeDocument/2006/relationships/slide" Target="/ppt/slides/slide7.xml" Id="R0ace7dd73e4c4e4e" /><Relationship Type="http://schemas.openxmlformats.org/officeDocument/2006/relationships/slide" Target="/ppt/slides/slide8.xml" Id="R30ebb57892f84e2c" /><Relationship Type="http://schemas.openxmlformats.org/officeDocument/2006/relationships/slide" Target="/ppt/slides/slide9.xml" Id="R9d6890cc90db4c21" /><Relationship Type="http://schemas.openxmlformats.org/officeDocument/2006/relationships/slide" Target="/ppt/slides/slide10.xml" Id="Rd7f54e35437b4a0e" /><Relationship Type="http://schemas.openxmlformats.org/officeDocument/2006/relationships/slide" Target="/ppt/slides/slide11.xml" Id="R6b6f153b83d04342" /><Relationship Type="http://schemas.openxmlformats.org/officeDocument/2006/relationships/slide" Target="/ppt/slides/slide12.xml" Id="R60eea6db687f44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223c0edc0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135c6263bb455f" /><Relationship Type="http://schemas.openxmlformats.org/officeDocument/2006/relationships/notesMaster" Target="/ppt/notesMasters/notesMaster1.xml" Id="Rf4a17adf1af44b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60f36f05f40b7" /><Relationship Type="http://schemas.openxmlformats.org/officeDocument/2006/relationships/notesMaster" Target="/ppt/notesMasters/notesMaster1.xml" Id="R19d7e9197d1e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81f20f8a224179" /><Relationship Type="http://schemas.openxmlformats.org/officeDocument/2006/relationships/notesMaster" Target="/ppt/notesMasters/notesMaster1.xml" Id="R9dea287f64ea49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09008e117a4a68" /><Relationship Type="http://schemas.openxmlformats.org/officeDocument/2006/relationships/notesMaster" Target="/ppt/notesMasters/notesMaster1.xml" Id="R7b82417cae12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f5e4366f01482b" /><Relationship Type="http://schemas.openxmlformats.org/officeDocument/2006/relationships/notesMaster" Target="/ppt/notesMasters/notesMaster1.xml" Id="R5765696b45174b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dbbcf2569847d3" /><Relationship Type="http://schemas.openxmlformats.org/officeDocument/2006/relationships/notesMaster" Target="/ppt/notesMasters/notesMaster1.xml" Id="R5372d0b2af85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90babf33e4140" /><Relationship Type="http://schemas.openxmlformats.org/officeDocument/2006/relationships/notesMaster" Target="/ppt/notesMasters/notesMaster1.xml" Id="Rff1d382f8da74f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9a0b82a42848d5" /><Relationship Type="http://schemas.openxmlformats.org/officeDocument/2006/relationships/notesMaster" Target="/ppt/notesMasters/notesMaster1.xml" Id="Rcf48c3c9a1724e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01666697bd4abf" /><Relationship Type="http://schemas.openxmlformats.org/officeDocument/2006/relationships/notesMaster" Target="/ppt/notesMasters/notesMaster1.xml" Id="R7aab27c43ead4a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248176764b4e1c" /><Relationship Type="http://schemas.openxmlformats.org/officeDocument/2006/relationships/notesMaster" Target="/ppt/notesMasters/notesMaster1.xml" Id="R726e3ce49c0047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b03bca0c9a4560" /><Relationship Type="http://schemas.openxmlformats.org/officeDocument/2006/relationships/notesMaster" Target="/ppt/notesMasters/notesMaster1.xml" Id="Rf8f86e7846bc47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83227eb5544043" /><Relationship Type="http://schemas.openxmlformats.org/officeDocument/2006/relationships/notesMaster" Target="/ppt/notesMasters/notesMaster1.xml" Id="Ra9ac528a327543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约20秒。介绍项目定位：课程小组的日常协作系统，Agent从讨论生成可核对草案，学生组长负责最终发布。学校和作者尚无真实材料，不编填。来源：docs/需求规格说明书.md。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约25秒。说明场景和必要性。讨论发生在聊天，执行发生在任务中，阶段成果交给教师。系统帮助把明确承诺整理成可追溯记录，未做学生长期使用研究。来源：docs/需求规格说明书.md、docs/thesis/论文初稿.md 第1章。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强调学生是使用主线，教师通过公开计划和阶段材料指导。教师不能读取内部聊天与Agent卡片。组长角色属于项目，同一学生可在不同项目承担不同角色。来源：backend/app/permissions.py，docs/需求规格说明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约30秒。按每个状态说明记录如何形成。Agent没有正式任务发布权限。成员反馈后仍由组长确认，计划版本保存调整前后差异。来源：backend/app/agent.py、backend/app/routers/cards.py。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约25秒。用职责映射解释架构，避免堆技术名词。前端Vue，业务FastAPI，持久化SQLite。模型API只在服务端接入，工具绑定当前项目。来源：docs/系统设计.md、backend/app/config.py。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约35秒。例子仅用于说明规则，不冒充模型真实回答。来源核对识别明确原名、单一话题、姓名和有限日期工时表达；无法确认就追问。JSON字符串只完整解码一层，之后仍严格校验。来源：backend/app/agent_output.py。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约25秒。模型建议与发布入口复用规则。日期合法或容量未超限不等于业务语义正确，成员仍须核对。来源：backend/app/planning.py。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数据全部人工编排并经真实业务API压缩重放，两张人工备用草案已标注，不作为真实模型输出或真实课程经历。完成比例与教师验收是不同判断。来源：docs/答辩演示脚本.md，work/defense-demo-verification-20261018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各层测试分别计数，不能合成智能准确率。全新环境安装采用同一台Windows机器的全新venv和node_modules，不是另一台机器或浏览器验收。来源：work/final-verification-20261018.log，docs/本轮改进验收记录.md；全新安装另见本轮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6个合成评价例，两组各重复两次，各12项。主指标判断完整业务输出，严格指标另约束原始提交。各项失败都在分母中。提示、源码和标签在真实调用前冻结。来源：experiments\reliability_followup\results\eval-live-20261018-post-compat\summary.json，同目录manifest/records/attempts。不同轮次不能直接相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首轮冻结v3暴露嵌套JSON字符串兼容和超时，源码及原0/12保留。修复后重新设置未用于修改的新业务样例再评价。当前数据还不支持稳定展示或整体质量提升结论。离线回放不当真实模型成功。来源：docs/Agent可靠性复验.md，本轮PROTOCOL及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60秒讲解并切到系统约60秒。先展示学生讨论及人工备用卡片，再看计划v1/v2差异和三个阶段五次提交，最后教师公开范围。不要回退已完成任务伪造现场推进。若模型现场不稳定，人工备用路径仍能展示业务流程。来源：docs/答辩演示脚本.md、docs/交付总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7e9345a9343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d80f0a7c345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d42dfdbd24d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db1b0dd44e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5eadac0a341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5c9756d81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3C0FA-6EBA-4DE6-A538-DD68987B8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03D652-B257-4FDA-BFE9-B87C71677E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D44961-04B7-4F7F-AE0A-5837595E7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C6645F-E9D0-4D02-B072-900622430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F73851-D4CE-437D-9234-DA2840FC56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BD81B1-C2F0-4B04-B1AB-C3192C1284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A1D7D5-1CA1-49EC-B65F-C92BEB1C36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7858A5-54BF-4614-9D30-781A88EA0A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3D4569-A427-443D-968E-C4E300EEE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D5085E-AF67-4DAE-AA84-DCB8E10B6C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2861a99a12487b" /><Relationship Type="http://schemas.openxmlformats.org/officeDocument/2006/relationships/slideLayout" Target="/ppt/slideLayouts/slideLayout1.xml" Id="R8957955e32f9450d" /><Relationship Type="http://schemas.openxmlformats.org/officeDocument/2006/relationships/slideLayout" Target="/ppt/slideLayouts/slideLayout2.xml" Id="R15bfbcc5a7e043b8" /><Relationship Type="http://schemas.openxmlformats.org/officeDocument/2006/relationships/slideLayout" Target="/ppt/slideLayouts/slideLayout3.xml" Id="R384ca40c19054193" /><Relationship Type="http://schemas.openxmlformats.org/officeDocument/2006/relationships/slideLayout" Target="/ppt/slideLayouts/slideLayout4.xml" Id="R5f5ad30f5d4a496a" /><Relationship Type="http://schemas.openxmlformats.org/officeDocument/2006/relationships/slideLayout" Target="/ppt/slideLayouts/slideLayout5.xml" Id="R59aa22190f074bf7" /><Relationship Type="http://schemas.openxmlformats.org/officeDocument/2006/relationships/slideLayout" Target="/ppt/slideLayouts/slideLayout6.xml" Id="Rf4d40a4b863445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7955e32f9450d"/>
    <p:sldLayoutId xmlns:r="http://schemas.openxmlformats.org/officeDocument/2006/relationships" id="2147483650" r:id="R15bfbcc5a7e043b8"/>
    <p:sldLayoutId xmlns:r="http://schemas.openxmlformats.org/officeDocument/2006/relationships" id="2147483651" r:id="R384ca40c19054193"/>
    <p:sldLayoutId xmlns:r="http://schemas.openxmlformats.org/officeDocument/2006/relationships" id="2147483652" r:id="R5f5ad30f5d4a496a"/>
    <p:sldLayoutId xmlns:r="http://schemas.openxmlformats.org/officeDocument/2006/relationships" id="2147483653" r:id="R59aa22190f074bf7"/>
    <p:sldLayoutId xmlns:r="http://schemas.openxmlformats.org/officeDocument/2006/relationships" id="2147483654" r:id="Rf4d40a4b863445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ed57cf4fe42bf" /><Relationship Type="http://schemas.openxmlformats.org/officeDocument/2006/relationships/notesSlide" Target="/ppt/notesSlides/notesSlide1.xml" Id="Rd0faecf10ad14f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8b45ac77e4c2d" /><Relationship Type="http://schemas.openxmlformats.org/officeDocument/2006/relationships/notesSlide" Target="/ppt/notesSlides/notesSlide2.xml" Id="R5adf2036171349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2b7baf63f416d" /><Relationship Type="http://schemas.openxmlformats.org/officeDocument/2006/relationships/notesSlide" Target="/ppt/notesSlides/notesSlide3.xml" Id="R28731fbff9ff4f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8c7a744d84209" /><Relationship Type="http://schemas.openxmlformats.org/officeDocument/2006/relationships/notesSlide" Target="/ppt/notesSlides/notesSlide4.xml" Id="R15637b3bfb304a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ce54e9b47481e" /><Relationship Type="http://schemas.openxmlformats.org/officeDocument/2006/relationships/notesSlide" Target="/ppt/notesSlides/notesSlide5.xml" Id="Rc67847c18e66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eef0c38cf4d57" /><Relationship Type="http://schemas.openxmlformats.org/officeDocument/2006/relationships/notesSlide" Target="/ppt/notesSlides/notesSlide6.xml" Id="R55e63652e4af45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fb5005c6a43a1" /><Relationship Type="http://schemas.openxmlformats.org/officeDocument/2006/relationships/notesSlide" Target="/ppt/notesSlides/notesSlide7.xml" Id="R7354b281b1cb45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ab2e3f8194b17" /><Relationship Type="http://schemas.openxmlformats.org/officeDocument/2006/relationships/notesSlide" Target="/ppt/notesSlides/notesSlide8.xml" Id="Re69dd3b7d1a94a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0f44da8224f80" /><Relationship Type="http://schemas.openxmlformats.org/officeDocument/2006/relationships/notesSlide" Target="/ppt/notesSlides/notesSlide9.xml" Id="R5831ad6f375d40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8b85b37fd49e6" /><Relationship Type="http://schemas.openxmlformats.org/officeDocument/2006/relationships/chart" Target="/ppt/slides/charts/chart1.xml" Id="R481ff7a353e54ade" /><Relationship Type="http://schemas.openxmlformats.org/officeDocument/2006/relationships/notesSlide" Target="/ppt/notesSlides/notesSlide10.xml" Id="Rc26c6d761a71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a57e4b0644a1c" /><Relationship Type="http://schemas.openxmlformats.org/officeDocument/2006/relationships/notesSlide" Target="/ppt/notesSlides/notesSlide11.xml" Id="R373d7229360d43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2119dcedf4b2b" /><Relationship Type="http://schemas.openxmlformats.org/officeDocument/2006/relationships/notesSlide" Target="/ppt/notesSlides/notesSlide12.xml" Id="R24c966848e2d4d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业务输出成功</c:v>
          </c:tx>
          <c:spPr>
            <a:solidFill xmlns:a="http://schemas.openxmlformats.org/drawingml/2006/main">
              <a:srgbClr val="166B6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归档 v2</c:v>
                </c:pt>
                <c:pt idx="1">
                  <c:v>交付修订版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8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v>严格提交成功</c:v>
          </c:tx>
          <c:spPr>
            <a:solidFill xmlns:a="http://schemas.openxmlformats.org/drawingml/2006/main">
              <a:srgbClr val="748791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归档 v2</c:v>
                </c:pt>
                <c:pt idx="1">
                  <c:v>交付修订版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6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C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F5B8907-22B8-442B-A058-B1B3D1D9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1124F8E-5720-4609-BB1C-C1CC8808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60942C-7BC8-4947-8E75-959D76D2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课程项目智能协作系统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F34183-ED07-40F2-938D-29D48B6E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C7DFE1"/>
                </a:solidFill>
                <a:latin typeface="Microsoft YaHei"/>
                <a:ea typeface="Microsoft YaHei"/>
                <a:cs typeface="Microsoft YaHei"/>
              </a:rPr>
              <a:t>基于大语言模型 Agent 的讨论分析与计划核对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B0D386F-4FE4-4BE4-8FA0-B28E85D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计算机科学与技术专业本科毕业设计汇报</a:t>
            </a:r>
          </a:p>
        </p:txBody>
      </p:sp>
    </p:spTree>
    <p:extLst>
      <p:ext uri="{BB962C8B-B14F-4D97-AF65-F5344CB8AC3E}">
        <p14:creationId xmlns:p14="http://schemas.microsoft.com/office/powerpoint/2010/main" val="152673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6BAA647-C808-4BF5-AA1A-6A3032E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课程小组的协作问题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ACD25B-E7D0-4DC2-8953-4C2C037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7E71F8-3EBF-4889-8847-FFAD5F6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讨论中的负责人、工时和日期容易遗漏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CCE4F9-2C31-4C3E-B653-229724D7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任务延期后，依赖任务需要同步核对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D99E89-AE70-4F9F-935E-9A3EA69B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教师需要阶段成果，成员需要日常协作入口</a:t>
            </a:r>
          </a:p>
        </p:txBody>
      </p:sp>
    </p:spTree>
    <p:extLst>
      <p:ext uri="{BB962C8B-B14F-4D97-AF65-F5344CB8AC3E}">
        <p14:creationId xmlns:p14="http://schemas.microsoft.com/office/powerpoint/2010/main" val="2055619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2A653753-2610-46CB-8FA6-CAAD7B8B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角色与访问范围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196B59-288A-4765-9CCF-96817BDA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B4D4B-B644-44A7-9B1F-6D4CD66FFF02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629150"/>
              </a:tblGrid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讨论、估时、推进本人任务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所属项目的内部协作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协调分工、发布计划、阶段提交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所属项目与发布记录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发布课程、审核成果、指导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公开进度与已提交材料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143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64A40BA-BAF1-41B3-BE98-D62ED45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讨论与计划的业务流程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AF4D75-8E28-4E10-83E6-7666536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CC85C-CDE5-468A-B17D-BE027D2A063E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524375"/>
                <a:gridCol w="4581525"/>
              </a:tblGrid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讨论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成员说明任务与缺失信息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消息、作者、时间及关联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Agent追问并提交草案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来源、草案与约束结果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核对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成员反馈，组长确认发布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任务、计划快照和审计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3AA48EE-BEFA-4489-BCCA-DEAC60BF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成员执行中的阻碍可以触发下一轮调整分析</a:t>
            </a:r>
          </a:p>
        </p:txBody>
      </p:sp>
    </p:spTree>
    <p:extLst>
      <p:ext uri="{BB962C8B-B14F-4D97-AF65-F5344CB8AC3E}">
        <p14:creationId xmlns:p14="http://schemas.microsoft.com/office/powerpoint/2010/main" val="1017394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11B0F12A-5C7D-4DF9-B59B-B1D367C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系统组成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36E9E7-70A6-4DC4-BE23-4100733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3325-83AD-4B45-ADA3-95BF8419B1A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057775"/>
              </a:tblGrid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前端工作区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3、JavaScript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消息、任务、核对与阶段页面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业务服务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FastAPI、SQLAlchemy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权限、共享规则与事务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5725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持久化与模型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SQLite、兼容模型API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历史记录与受限分析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839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A73343C-5D8B-40C4-A0AE-F46194F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有来源的任务草案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824976-DFCB-4BC2-B987-530D638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3D6F683-78B1-4655-96FF-7E419F4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说明性例子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E073C4-6509-42BD-A75E-07721F8F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“新增资料整理。我来做，预计两小时，今天开始，明天交付。”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D6A239-4018-4C53-B88C-061EA76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来源核对负责人、工时和起止日期，并保留对应消息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D93198F-835D-463F-B02F-C2757AA7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缺少依据时返回具体问题，成员补充后再分析</a:t>
            </a:r>
          </a:p>
        </p:txBody>
      </p:sp>
    </p:spTree>
    <p:extLst>
      <p:ext uri="{BB962C8B-B14F-4D97-AF65-F5344CB8AC3E}">
        <p14:creationId xmlns:p14="http://schemas.microsoft.com/office/powerpoint/2010/main" val="2091022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7C0E85FF-5ACD-45B8-BB9F-B5522FF8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共享规划检查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C6EA5A-235B-4677-A0A9-D8AF706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799EB-BBEA-4AE1-94EB-2DF981B1A3FD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必做功能覆盖、项目内负责人和需求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依赖与日期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循环依赖、前置时间和阶段截止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845344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工作量与历史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每周容量、剩余工时、已完成任务保护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59514F5-F54E-47D2-A8FC-EC39C74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发布前再次检查项目修订，过期草案需要重新核对</a:t>
            </a:r>
          </a:p>
        </p:txBody>
      </p:sp>
    </p:spTree>
    <p:extLst>
      <p:ext uri="{BB962C8B-B14F-4D97-AF65-F5344CB8AC3E}">
        <p14:creationId xmlns:p14="http://schemas.microsoft.com/office/powerpoint/2010/main" val="1667679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85F6379-6DE9-497A-8DEC-252F9E9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阶段历史与答辩演示数据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D126566-8DCC-4DB9-9D21-A7736835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D5233-2293-486F-9A2F-267F70384AC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952750"/>
                <a:gridCol w="3962400"/>
              </a:tblGrid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任务完成比例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初期 v1 / v2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 / 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需要修改 /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 v1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797719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v1 / v2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 / 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需要修改 /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F670D18-0C18-40CB-BCE4-0762212B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人工编排的演示材料，独立数据目录，默认关闭 AI</a:t>
            </a:r>
          </a:p>
        </p:txBody>
      </p:sp>
    </p:spTree>
    <p:extLst>
      <p:ext uri="{BB962C8B-B14F-4D97-AF65-F5344CB8AC3E}">
        <p14:creationId xmlns:p14="http://schemas.microsoft.com/office/powerpoint/2010/main" val="87753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175949D-7BDA-4A87-BC05-E1C6649D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测试与安装验证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48BDB6A-1977-464C-828B-6B0C42A2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7112E-7689-4E83-819F-B78A8F1D9951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T w="9525">
                      <a:solidFill>
                        <a:srgbClr val="D5DFE1"/>
                      </a:solidFill>
                      <a:prstDash val="solid"/>
                    </a:lnT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152C3A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217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权限、任务、历史、Agent规则与兼容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 43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交互状态、重连补漏、迟到响应和表单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交付包 13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新目录真实ASGI、静态资源与角色权限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733425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全新环境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1"/>
                      </a:solidFill>
                      <a:prstDash val="solid"/>
                    </a:lnL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独立venv与新node_modules安装及测试通过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1"/>
                      </a:solidFill>
                      <a:prstDash val="solid"/>
                    </a:lnR>
                    <a:lnB w="9525">
                      <a:solidFill>
                        <a:srgbClr val="D5DFE1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F391291-AF9C-4901-9DFA-F7C6136A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页面浏览器操作验收仍待控制入口恢复后完成</a:t>
            </a:r>
          </a:p>
        </p:txBody>
      </p:sp>
    </p:spTree>
    <p:extLst>
      <p:ext uri="{BB962C8B-B14F-4D97-AF65-F5344CB8AC3E}">
        <p14:creationId xmlns:p14="http://schemas.microsoft.com/office/powerpoint/2010/main" val="1681962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C286FC8-2385-4BEE-B3AD-E373F4E2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修订版独立复验结果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C469BA-015A-46F0-9FD1-A0BC67A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9D011F-5B62-46BD-8A18-2F0EECEF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每组 12 项分析，实际模型请求合计 46 次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0C44D5-E597-42CC-BE15-AB21F0A449B6}"/>
              </a:ext>
            </a:extLst>
          </p:cNvPr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1ff7a353e54ade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319F805-280C-4E28-968C-6F16488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结果只描述本轮合成样例与所用模型，不推断教学效果</a:t>
            </a:r>
          </a:p>
        </p:txBody>
      </p:sp>
    </p:spTree>
    <p:extLst>
      <p:ext uri="{BB962C8B-B14F-4D97-AF65-F5344CB8AC3E}">
        <p14:creationId xmlns:p14="http://schemas.microsoft.com/office/powerpoint/2010/main" val="1095115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C7BE000-870B-4918-86AB-8853505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实验记录与结论边界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228366-2CA5-4914-A739-122CD9A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29F4D4-7D4C-4AAD-BCEA-CF137F71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本轮交付修订版业务输出成功 4/12，仍需改善可靠性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8D7C3D-1549-41C7-9534-DB97E2E2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程序规则限制变更，成员负责核对业务含义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840EB3-7CF0-44C5-8E43-0FF62DDB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629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目前没有真实学生长期使用或学习效果研究</a:t>
            </a:r>
          </a:p>
        </p:txBody>
      </p:sp>
    </p:spTree>
    <p:extLst>
      <p:ext uri="{BB962C8B-B14F-4D97-AF65-F5344CB8AC3E}">
        <p14:creationId xmlns:p14="http://schemas.microsoft.com/office/powerpoint/2010/main" val="20203158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7F0BF4D-1BC5-4D10-B4B6-4619DAA7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现场演示与后续工作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591B6E-8387-4232-82CC-6D07CCDD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7D473D-52C2-4E40-8BB6-AD19EDA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C428DA-354F-48CB-918F-B66EF634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191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讨论与来源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成员核对与计划历史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三阶段材料和教师意见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734C8A-3DDB-4043-8C19-CF374EC9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6B68"/>
                </a:solidFill>
                <a:latin typeface="Microsoft YaHei"/>
                <a:ea typeface="Microsoft YaHei"/>
                <a:cs typeface="Microsoft YaHei"/>
              </a:rPr>
              <a:t>后续工作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EECD497-0AB3-4D9B-A3A6-81E23C5A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810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模型超时与任务抽取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桌面和手机页面验收</a:t>
            </a:r>
          </a:p>
          <a:p xmlns:a="http://schemas.openxmlformats.org/drawingml/2006/main">
            <a:pPr>
              <a:def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2C3A"/>
                </a:solidFill>
                <a:latin typeface="Microsoft YaHei"/>
                <a:ea typeface="Microsoft YaHei"/>
                <a:cs typeface="Microsoft YaHei"/>
              </a:rPr>
              <a:t>学校模板与个人信息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BE59253-90E2-446D-89C4-EA8F9A23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36872"/>
                </a:solidFill>
                <a:latin typeface="Microsoft YaHei"/>
                <a:ea typeface="Microsoft YaHei"/>
                <a:cs typeface="Microsoft YaHei"/>
              </a:rPr>
              <a:t>本地演示 http://127.0.0.1:8001</a:t>
            </a:r>
          </a:p>
        </p:txBody>
      </p:sp>
    </p:spTree>
    <p:extLst>
      <p:ext uri="{BB962C8B-B14F-4D97-AF65-F5344CB8AC3E}">
        <p14:creationId xmlns:p14="http://schemas.microsoft.com/office/powerpoint/2010/main" val="974461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2026-10-18T13:30:25.8520000Z</dcterms:created>
  <dcterms:modified xsi:type="dcterms:W3CDTF">2026-10-18T13:30:25.8520000Z</dcterms:modified>
</coreProperties>
</file>