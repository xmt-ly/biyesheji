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ff70cbc6e48cf" /><Relationship Type="http://schemas.openxmlformats.org/officeDocument/2006/relationships/extended-properties" Target="/docProps/app.xml" Id="Rc843d5cfe0934a4b" /><Relationship Type="http://schemas.openxmlformats.org/officeDocument/2006/relationships/officeDocument" Target="/ppt/presentation.xml" Id="R0f1268079e7149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c5356d2bb543a2"/>
  </p:sldMasterIdLst>
  <p:notesMasterIdLst>
    <p:notesMasterId xmlns:r="http://schemas.openxmlformats.org/officeDocument/2006/relationships" r:id="Rf92a779e637942f8"/>
  </p:notesMasterIdLst>
  <p:sldIdLst>
    <p:sldId xmlns:r="http://schemas.openxmlformats.org/officeDocument/2006/relationships" id="256" r:id="R6997689df1284e70"/>
    <p:sldId xmlns:r="http://schemas.openxmlformats.org/officeDocument/2006/relationships" id="257" r:id="Rebfa0128cb804fa9"/>
    <p:sldId xmlns:r="http://schemas.openxmlformats.org/officeDocument/2006/relationships" id="258" r:id="R78c542520c004980"/>
    <p:sldId xmlns:r="http://schemas.openxmlformats.org/officeDocument/2006/relationships" id="259" r:id="Ree4b75a0256447ec"/>
    <p:sldId xmlns:r="http://schemas.openxmlformats.org/officeDocument/2006/relationships" id="260" r:id="R0263c97d226b4b8c"/>
    <p:sldId xmlns:r="http://schemas.openxmlformats.org/officeDocument/2006/relationships" id="261" r:id="Ree3b410cd2c64c09"/>
    <p:sldId xmlns:r="http://schemas.openxmlformats.org/officeDocument/2006/relationships" id="262" r:id="R53e5bb3d70c74107"/>
    <p:sldId xmlns:r="http://schemas.openxmlformats.org/officeDocument/2006/relationships" id="263" r:id="R27a4b67996c24e2e"/>
    <p:sldId xmlns:r="http://schemas.openxmlformats.org/officeDocument/2006/relationships" id="264" r:id="Ra7c3fda43f9648bd"/>
    <p:sldId xmlns:r="http://schemas.openxmlformats.org/officeDocument/2006/relationships" id="265" r:id="R9ab092ee8601450f"/>
    <p:sldId xmlns:r="http://schemas.openxmlformats.org/officeDocument/2006/relationships" id="266" r:id="R802c7a5632e24983"/>
    <p:sldId xmlns:r="http://schemas.openxmlformats.org/officeDocument/2006/relationships" id="267" r:id="R5ab465473ce648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1391423aa843d0" /><Relationship Type="http://schemas.openxmlformats.org/officeDocument/2006/relationships/slideMaster" Target="/ppt/slideMasters/slideMaster1.xml" Id="R9cc5356d2bb543a2" /><Relationship Type="http://schemas.openxmlformats.org/officeDocument/2006/relationships/notesMaster" Target="/ppt/notesMasters/notesMaster1.xml" Id="Rf92a779e637942f8" /><Relationship Type="http://schemas.openxmlformats.org/officeDocument/2006/relationships/presProps" Target="/ppt/presProps.xml" Id="Rf10d5649d7f44eb0" /><Relationship Type="http://schemas.openxmlformats.org/officeDocument/2006/relationships/tableStyles" Target="/ppt/tableStyles.xml" Id="R0d90e5a3c77e492c" /><Relationship Type="http://schemas.openxmlformats.org/officeDocument/2006/relationships/slide" Target="/ppt/slides/slide1.xml" Id="R6997689df1284e70" /><Relationship Type="http://schemas.openxmlformats.org/officeDocument/2006/relationships/slide" Target="/ppt/slides/slide2.xml" Id="Rebfa0128cb804fa9" /><Relationship Type="http://schemas.openxmlformats.org/officeDocument/2006/relationships/slide" Target="/ppt/slides/slide3.xml" Id="R78c542520c004980" /><Relationship Type="http://schemas.openxmlformats.org/officeDocument/2006/relationships/slide" Target="/ppt/slides/slide4.xml" Id="Ree4b75a0256447ec" /><Relationship Type="http://schemas.openxmlformats.org/officeDocument/2006/relationships/slide" Target="/ppt/slides/slide5.xml" Id="R0263c97d226b4b8c" /><Relationship Type="http://schemas.openxmlformats.org/officeDocument/2006/relationships/slide" Target="/ppt/slides/slide6.xml" Id="Ree3b410cd2c64c09" /><Relationship Type="http://schemas.openxmlformats.org/officeDocument/2006/relationships/slide" Target="/ppt/slides/slide7.xml" Id="R53e5bb3d70c74107" /><Relationship Type="http://schemas.openxmlformats.org/officeDocument/2006/relationships/slide" Target="/ppt/slides/slide8.xml" Id="R27a4b67996c24e2e" /><Relationship Type="http://schemas.openxmlformats.org/officeDocument/2006/relationships/slide" Target="/ppt/slides/slide9.xml" Id="Ra7c3fda43f9648bd" /><Relationship Type="http://schemas.openxmlformats.org/officeDocument/2006/relationships/slide" Target="/ppt/slides/slide10.xml" Id="R9ab092ee8601450f" /><Relationship Type="http://schemas.openxmlformats.org/officeDocument/2006/relationships/slide" Target="/ppt/slides/slide11.xml" Id="R802c7a5632e24983" /><Relationship Type="http://schemas.openxmlformats.org/officeDocument/2006/relationships/slide" Target="/ppt/slides/slide12.xml" Id="R5ab465473ce648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20305e3f0141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18b152247449b7" /><Relationship Type="http://schemas.openxmlformats.org/officeDocument/2006/relationships/notesMaster" Target="/ppt/notesMasters/notesMaster1.xml" Id="Rcd25305a489441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a381576176499d" /><Relationship Type="http://schemas.openxmlformats.org/officeDocument/2006/relationships/notesMaster" Target="/ppt/notesMasters/notesMaster1.xml" Id="R29fd13f3c10e4c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f2389cce7c41e5" /><Relationship Type="http://schemas.openxmlformats.org/officeDocument/2006/relationships/notesMaster" Target="/ppt/notesMasters/notesMaster1.xml" Id="Ra87438b23a814e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b150ff7aab4cfd" /><Relationship Type="http://schemas.openxmlformats.org/officeDocument/2006/relationships/notesMaster" Target="/ppt/notesMasters/notesMaster1.xml" Id="Rcb7080e4c37240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dfcb172d894136" /><Relationship Type="http://schemas.openxmlformats.org/officeDocument/2006/relationships/notesMaster" Target="/ppt/notesMasters/notesMaster1.xml" Id="Rc5a21bbe151646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295be63b1f499c" /><Relationship Type="http://schemas.openxmlformats.org/officeDocument/2006/relationships/notesMaster" Target="/ppt/notesMasters/notesMaster1.xml" Id="Rfa1f658e938d4f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97b8d19d534fa4" /><Relationship Type="http://schemas.openxmlformats.org/officeDocument/2006/relationships/notesMaster" Target="/ppt/notesMasters/notesMaster1.xml" Id="Reb9f56deeaf247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f97c827a954371" /><Relationship Type="http://schemas.openxmlformats.org/officeDocument/2006/relationships/notesMaster" Target="/ppt/notesMasters/notesMaster1.xml" Id="R745a827dc7d54b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6a9cedd3c445d4" /><Relationship Type="http://schemas.openxmlformats.org/officeDocument/2006/relationships/notesMaster" Target="/ppt/notesMasters/notesMaster1.xml" Id="R2b9b077b84b746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a69002ca3b4a79" /><Relationship Type="http://schemas.openxmlformats.org/officeDocument/2006/relationships/notesMaster" Target="/ppt/notesMasters/notesMaster1.xml" Id="R41ce7063ad5340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6b6a880f704878" /><Relationship Type="http://schemas.openxmlformats.org/officeDocument/2006/relationships/notesMaster" Target="/ppt/notesMasters/notesMaster1.xml" Id="Rcd563dc6a96b49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487ea3916d4816" /><Relationship Type="http://schemas.openxmlformats.org/officeDocument/2006/relationships/notesMaster" Target="/ppt/notesMasters/notesMaster1.xml" Id="Rf8f3f6b3678c42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约20秒。介绍项目定位：课程小组的日常协作系统，Agent从讨论生成可核对草案，学生组长负责最终发布。学校和作者尚无真实材料，不编填。来源：docs/需求规格说明书.md。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约25秒。说明场景和必要性。讨论发生在聊天，执行发生在任务中，阶段成果交给教师。系统帮助把明确承诺整理成可追溯记录，未做学生长期使用研究。来源：docs/需求规格说明书.md、docs/thesis/论文初稿.md 第1章。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强调学生是使用主线，教师通过公开计划和阶段材料指导。教师不能读取内部聊天与Agent卡片。组长角色属于项目，同一学生可在不同项目承担不同角色。来源：backend/app/permissions.py，docs/需求规格说明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约30秒。按每个状态说明记录如何形成。Agent没有正式任务发布权限。成员反馈后仍由组长确认，计划版本保存调整前后差异。来源：backend/app/agent.py、backend/app/routers/cards.py。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约25秒。用职责映射解释架构，避免堆技术名词。前端Vue，业务FastAPI，持久化SQLite。模型API只在服务端接入，工具绑定当前项目。来源：docs/系统设计.md、backend/app/config.py。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约35秒。例子仅用于说明规则，不冒充模型真实回答。来源核对识别明确原名、单一话题、姓名和有限日期工时表达；无法确认就追问。JSON字符串只完整解码一层，之后仍严格校验。来源：backend/app/agent_output.py。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约25秒。模型建议与发布入口复用规则。日期合法或容量未超限不等于业务语义正确，成员仍须核对。来源：backend/app/planning.py。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数据全部人工编排并经真实业务API压缩重放，两张人工备用草案已标注，不作为真实模型输出或真实课程经历。完成比例与教师验收是不同判断。来源：docs/答辩演示脚本.md，work/defense-demo-verification-20261018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各层测试分别计数，不能合成智能准确率。全新环境安装采用同一台Windows机器的全新venv和node_modules，不是另一台机器或浏览器验收。来源：work/final-verification-20261018.log，docs/本轮改进验收记录.md；全新安装另见本轮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。6个合成评价例，两组各重复两次，各12项。主指标判断完整业务输出，严格指标另约束原始提交。各项失败都在分母中。提示、源码和标签在真实调用前冻结。来源：experiments\reliability_followup\results\eval-live-20261018-post-compat\summary.json，同目录manifest/records/attempts。不同轮次不能直接相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约30秒。首轮冻结v3暴露嵌套JSON字符串兼容和超时，源码及原0/12保留。修复后重新设置未用于修改的新业务样例再评价。离线回放不当真实模型成功。来源：docs/Agent可靠性复验.md，本轮PROTOCOL及结果。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60秒讲解并切到系统约60秒。先展示学生讨论及人工备用卡片，再看计划v1/v2差异和三个阶段五次提交，最后教师公开范围。不要回退已完成任务伪造现场推进。若模型现场不稳定，人工备用路径仍能展示业务流程。来源：docs/答辩演示脚本.md、docs/交付总览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6ccda26254e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99e58d2864a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60f4cf8c34a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a48fa42f64c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79662088a4d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f2d46deee45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58C995-6F2C-41E3-888C-21FF01A0F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6DA8BA-D8E2-4997-9B17-86C94BC8C0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2D1C20-DD20-407B-AF50-01E4D338D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1CBA94-82B4-4AF7-94C7-EBFEF2D49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7BDE2C-8604-4610-848E-EB9CA3B4F2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04A847-B5C0-4382-837D-4D5A976E5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7EFA5C-C095-4EC3-84ED-FFA69786BE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110FAC-C12B-4DE2-ADAA-17EAFB68C7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D98AC0-8215-41A8-AEE7-6F5840F2F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8A2674-C2A5-4F77-8C84-DE62F4A5A5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1c831010d4456a" /><Relationship Type="http://schemas.openxmlformats.org/officeDocument/2006/relationships/slideLayout" Target="/ppt/slideLayouts/slideLayout1.xml" Id="R9c3cc8f417df431c" /><Relationship Type="http://schemas.openxmlformats.org/officeDocument/2006/relationships/slideLayout" Target="/ppt/slideLayouts/slideLayout2.xml" Id="Rbe01154a445940da" /><Relationship Type="http://schemas.openxmlformats.org/officeDocument/2006/relationships/slideLayout" Target="/ppt/slideLayouts/slideLayout3.xml" Id="R8bc42982e4e84d76" /><Relationship Type="http://schemas.openxmlformats.org/officeDocument/2006/relationships/slideLayout" Target="/ppt/slideLayouts/slideLayout4.xml" Id="R18d4455f21164575" /><Relationship Type="http://schemas.openxmlformats.org/officeDocument/2006/relationships/slideLayout" Target="/ppt/slideLayouts/slideLayout5.xml" Id="R35d6974055c94682" /><Relationship Type="http://schemas.openxmlformats.org/officeDocument/2006/relationships/slideLayout" Target="/ppt/slideLayouts/slideLayout6.xml" Id="Rf3c53e2de9d241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3cc8f417df431c"/>
    <p:sldLayoutId xmlns:r="http://schemas.openxmlformats.org/officeDocument/2006/relationships" id="2147483650" r:id="Rbe01154a445940da"/>
    <p:sldLayoutId xmlns:r="http://schemas.openxmlformats.org/officeDocument/2006/relationships" id="2147483651" r:id="R8bc42982e4e84d76"/>
    <p:sldLayoutId xmlns:r="http://schemas.openxmlformats.org/officeDocument/2006/relationships" id="2147483652" r:id="R18d4455f21164575"/>
    <p:sldLayoutId xmlns:r="http://schemas.openxmlformats.org/officeDocument/2006/relationships" id="2147483653" r:id="R35d6974055c94682"/>
    <p:sldLayoutId xmlns:r="http://schemas.openxmlformats.org/officeDocument/2006/relationships" id="2147483654" r:id="Rf3c53e2de9d241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cbe639a124cf1" /><Relationship Type="http://schemas.openxmlformats.org/officeDocument/2006/relationships/notesSlide" Target="/ppt/notesSlides/notesSlide1.xml" Id="Rcdfee976698744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0429c5b935470c" /><Relationship Type="http://schemas.openxmlformats.org/officeDocument/2006/relationships/notesSlide" Target="/ppt/notesSlides/notesSlide2.xml" Id="Rd67950e8e85c42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982fbaaebf4e87" /><Relationship Type="http://schemas.openxmlformats.org/officeDocument/2006/relationships/notesSlide" Target="/ppt/notesSlides/notesSlide3.xml" Id="R7238e66e75b24e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980b0b9264804" /><Relationship Type="http://schemas.openxmlformats.org/officeDocument/2006/relationships/notesSlide" Target="/ppt/notesSlides/notesSlide4.xml" Id="Rda5906cbe4ec41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d9a52fbcf4227" /><Relationship Type="http://schemas.openxmlformats.org/officeDocument/2006/relationships/notesSlide" Target="/ppt/notesSlides/notesSlide5.xml" Id="R8f09673be17d4b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f4f1f2c9144ef" /><Relationship Type="http://schemas.openxmlformats.org/officeDocument/2006/relationships/notesSlide" Target="/ppt/notesSlides/notesSlide6.xml" Id="R7b44ad1b2d154d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c645bce084f1e" /><Relationship Type="http://schemas.openxmlformats.org/officeDocument/2006/relationships/notesSlide" Target="/ppt/notesSlides/notesSlide7.xml" Id="R8e429c35e25540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e75b2ce37146cd" /><Relationship Type="http://schemas.openxmlformats.org/officeDocument/2006/relationships/notesSlide" Target="/ppt/notesSlides/notesSlide8.xml" Id="R7641ecbf734041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2358edd3b41fa" /><Relationship Type="http://schemas.openxmlformats.org/officeDocument/2006/relationships/notesSlide" Target="/ppt/notesSlides/notesSlide9.xml" Id="Rde159012b70849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eaddbcff8481e" /><Relationship Type="http://schemas.openxmlformats.org/officeDocument/2006/relationships/chart" Target="/ppt/slides/charts/chart1.xml" Id="R663f7e94b6bf4834" /><Relationship Type="http://schemas.openxmlformats.org/officeDocument/2006/relationships/notesSlide" Target="/ppt/notesSlides/notesSlide10.xml" Id="R97b9d2c9c3a147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ac0e02c52440e" /><Relationship Type="http://schemas.openxmlformats.org/officeDocument/2006/relationships/notesSlide" Target="/ppt/notesSlides/notesSlide11.xml" Id="R569978df7b074d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315aed685749cd" /><Relationship Type="http://schemas.openxmlformats.org/officeDocument/2006/relationships/notesSlide" Target="/ppt/notesSlides/notesSlide12.xml" Id="Rf5d1a75569894b2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业务输出成功</c:v>
          </c:tx>
          <c:spPr>
            <a:solidFill xmlns:a="http://schemas.openxmlformats.org/drawingml/2006/main">
              <a:srgbClr val="166B6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归档 v2</c:v>
                </c:pt>
                <c:pt idx="1">
                  <c:v>交付修订版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8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v>严格提交成功</c:v>
          </c:tx>
          <c:spPr>
            <a:solidFill xmlns:a="http://schemas.openxmlformats.org/drawingml/2006/main">
              <a:srgbClr val="748791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归档 v2</c:v>
                </c:pt>
                <c:pt idx="1">
                  <c:v>交付修订版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6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2C3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EA94F8D-DFA7-45C8-938C-4D6847AF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33EB8D-A44D-4B93-AC37-7047CED5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65F35E-B455-4800-B5E1-11DB2FB5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课程项目智能协作系统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41C27A-604F-4463-AF52-005643B6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rPr>
              <a:t>基于大语言模型 Agent 的讨论分析与计划核对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3013A08-0E9F-4BB4-BC88-B549ECAE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计算机科学与技术专业本科毕业设计汇报</a:t>
            </a:r>
          </a:p>
        </p:txBody>
      </p:sp>
    </p:spTree>
    <p:extLst>
      <p:ext uri="{BB962C8B-B14F-4D97-AF65-F5344CB8AC3E}">
        <p14:creationId xmlns:p14="http://schemas.microsoft.com/office/powerpoint/2010/main" val="1234028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4A708F1-61A9-40F1-9E28-2B925D5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课程小组的协作问题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D9759CA-A3E3-4840-8777-A45D9ABF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1AEB068-CA5F-415D-A9EC-1565C76A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讨论中的负责人、工时和日期容易遗漏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5D1D535-413A-467B-91F1-F9C866C4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任务延期后，依赖任务需要同步核对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43350B3-0CED-4E08-AFAE-AD8C7E9A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教师需要阶段成果，成员需要日常协作入口</a:t>
            </a:r>
          </a:p>
        </p:txBody>
      </p:sp>
    </p:spTree>
    <p:extLst>
      <p:ext uri="{BB962C8B-B14F-4D97-AF65-F5344CB8AC3E}">
        <p14:creationId xmlns:p14="http://schemas.microsoft.com/office/powerpoint/2010/main" val="27077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0C3C7DA9-42DF-485A-8016-E485F0C2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角色与访问范围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7E5567F-AA4A-4586-BAA7-E96C7251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6FD3E-DAEF-4FF3-AA9B-BBAC61C6C7BA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4629150"/>
              </a:tblGrid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讨论、估时、推进本人任务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所属项目的内部协作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协调分工、发布计划、阶段提交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所属项目与发布记录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发布课程、审核成果、指导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公开进度与已提交材料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419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F2F13761-CF2E-4DCA-AF98-82D76886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讨论与计划的业务流程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C7FDB12-124E-46AC-9698-A8419ED7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D0F86-9689-4A82-A2C2-C444BAC07FE5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524375"/>
                <a:gridCol w="4581525"/>
              </a:tblGrid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保存的数据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讨论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成员说明任务与缺失信息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消息、作者、时间及关联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分析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Agent追问并提交草案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来源、草案与约束结果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核对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成员反馈，组长确认发布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任务、计划快照和审计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01C4FAB-1B0E-4163-8999-A9C3D831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成员执行中的阻碍可以触发下一轮调整分析</a:t>
            </a:r>
          </a:p>
        </p:txBody>
      </p:sp>
    </p:spTree>
    <p:extLst>
      <p:ext uri="{BB962C8B-B14F-4D97-AF65-F5344CB8AC3E}">
        <p14:creationId xmlns:p14="http://schemas.microsoft.com/office/powerpoint/2010/main" val="560206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83921FF1-8E06-44A7-8DA8-7B374BBE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系统组成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50426D5-9296-4860-BCA0-E5AB6228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F0B58-D891-4C48-A6F3-A2DF00D57280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76625"/>
                <a:gridCol w="5057775"/>
              </a:tblGrid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前端工作区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3、JavaScript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消息、任务、核对与阶段页面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业务服务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FastAPI、SQLAlchemy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权限、共享规则与事务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持久化与模型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SQLite、兼容模型API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历史记录与受限分析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145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4A87128-FFBF-4505-B3E8-4BF20C3B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有来源的任务草案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9BBD980-C8CE-48C1-BA46-C7E2CD6E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30287D-7614-4DC4-98BF-1961A20B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说明性例子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D14934-AD82-4AD7-9048-62658963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“新增资料整理。我来做，预计两小时，今天开始，明天交付。”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3F83EF2-41E2-411A-AEB0-B4B7FE63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来源核对负责人、工时和起止日期，并保留对应消息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CF0558E-D4DD-48D5-871A-E4C4892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缺少依据时返回具体问题，成员补充后再分析</a:t>
            </a:r>
          </a:p>
        </p:txBody>
      </p:sp>
    </p:spTree>
    <p:extLst>
      <p:ext uri="{BB962C8B-B14F-4D97-AF65-F5344CB8AC3E}">
        <p14:creationId xmlns:p14="http://schemas.microsoft.com/office/powerpoint/2010/main" val="302051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5CBB23C9-F7AF-4CF8-8AD6-F9A4CFA9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共享规划检查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C384C2-99A8-436B-B646-1CDDA3B1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ADC36-755B-4837-BED4-1151A903EAF0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需求与引用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必做功能覆盖、项目内负责人和需求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依赖与日期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循环依赖、前置时间和阶段截止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工作量与历史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每周容量、剩余工时、已完成任务保护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EDCAA17-62AE-420A-A881-5451334E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发布前再次检查项目修订，过期草案需要重新核对</a:t>
            </a:r>
          </a:p>
        </p:txBody>
      </p:sp>
    </p:spTree>
    <p:extLst>
      <p:ext uri="{BB962C8B-B14F-4D97-AF65-F5344CB8AC3E}">
        <p14:creationId xmlns:p14="http://schemas.microsoft.com/office/powerpoint/2010/main" val="613718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79C74369-10FA-407E-8069-5F33356C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阶段历史与答辩演示数据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E1794AC-1289-4880-94E8-E5DE4705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99123-D157-48A0-9377-6A9B22699806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952750"/>
                <a:gridCol w="3962400"/>
              </a:tblGrid>
              <a:tr h="797719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任务完成比例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797719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初期 v1 / v2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 / 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需要修改 / 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797719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中期 v1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797719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 v1 / v2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 / 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需要修改 / 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FAA3879-6CD3-4DDF-86CF-0684BA65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人工编排的演示材料，独立数据目录，默认关闭 AI</a:t>
            </a:r>
          </a:p>
        </p:txBody>
      </p:sp>
    </p:spTree>
    <p:extLst>
      <p:ext uri="{BB962C8B-B14F-4D97-AF65-F5344CB8AC3E}">
        <p14:creationId xmlns:p14="http://schemas.microsoft.com/office/powerpoint/2010/main" val="14899696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C153C08-AF51-41C7-BC3A-F25E132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测试与安装验证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C5CA5F-E024-4FFC-9F25-89C7738B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D3566-1C6F-4800-BD70-E6F8549B5015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733425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733425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 217 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权限、任务、历史、Agent规则与兼容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733425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 43 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交互状态、重连补漏、迟到响应和表单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733425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交付包 13 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新目录真实ASGI、静态资源与角色权限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733425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全新环境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独立venv与新node_modules安装及测试通过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A1D6FDA-CCA7-40E9-9D51-DC3121B0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页面浏览器操作验收仍待控制入口恢复后完成</a:t>
            </a:r>
          </a:p>
        </p:txBody>
      </p:sp>
    </p:spTree>
    <p:extLst>
      <p:ext uri="{BB962C8B-B14F-4D97-AF65-F5344CB8AC3E}">
        <p14:creationId xmlns:p14="http://schemas.microsoft.com/office/powerpoint/2010/main" val="11061602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A8E7D57-1916-4660-9D61-D2CECA07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修订版独立复验结果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27039C5-CB6A-4202-922B-1EB20CE6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65CE24E-111F-4296-A071-5ED0137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每组 12 项分析，实际模型请求合计 46 次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3E70082-F5AF-4AEF-BEB4-ED42D92FD262}"/>
              </a:ext>
            </a:extLst>
          </p:cNvPr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066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3f7e94b6bf4834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AE39483-809D-4851-9754-C18BE200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结果只描述本轮合成样例与所用模型，不推断教学效果</a:t>
            </a:r>
          </a:p>
        </p:txBody>
      </p:sp>
    </p:spTree>
    <p:extLst>
      <p:ext uri="{BB962C8B-B14F-4D97-AF65-F5344CB8AC3E}">
        <p14:creationId xmlns:p14="http://schemas.microsoft.com/office/powerpoint/2010/main" val="1519216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D0A9AAE-D47F-45CE-8BD1-AA981985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实验记录与结论边界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725A0F5-396E-4198-BD84-DCA5BC0A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C9F718-757B-4FD5-B18F-6CF46D11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原始请求、模型响应、工具及失败均保存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1F5138F-A199-4E4B-9C44-BFAE5E78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程序规则限制变更，成员负责核对业务含义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87F6D57-EBE3-4FDB-AD53-080D4C45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目前没有真实学生长期使用或学习效果研究</a:t>
            </a:r>
          </a:p>
        </p:txBody>
      </p:sp>
    </p:spTree>
    <p:extLst>
      <p:ext uri="{BB962C8B-B14F-4D97-AF65-F5344CB8AC3E}">
        <p14:creationId xmlns:p14="http://schemas.microsoft.com/office/powerpoint/2010/main" val="9908574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3CC9704-97AE-48E7-9BD9-9CDE1389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现场演示与后续工作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D9CB32-6FCD-4A78-9B83-07C4097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8C6648A-C9F8-4BEF-BABC-480E1903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3CA379C-2740-4077-BFE6-98EF5EFA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191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讨论与来源</a:t>
            </a:r>
          </a:p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成员核对与计划历史</a:t>
            </a:r>
          </a:p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三阶段材料和教师意见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DF852CB-B687-47CF-BD83-1F3952DA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764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后续工作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42E56FE-0F25-480E-9E86-E91AC8EA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4810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桌面和手机页面验收</a:t>
            </a:r>
          </a:p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学校模板与个人信息</a:t>
            </a:r>
          </a:p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更大规模的使用验证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0798787-EF01-4ED9-8E55-E13D49A7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本地演示 http://127.0.0.1:8001</a:t>
            </a:r>
          </a:p>
        </p:txBody>
      </p:sp>
    </p:spTree>
    <p:extLst>
      <p:ext uri="{BB962C8B-B14F-4D97-AF65-F5344CB8AC3E}">
        <p14:creationId xmlns:p14="http://schemas.microsoft.com/office/powerpoint/2010/main" val="55906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2026-10-18T13:26:25.8810000Z</dcterms:created>
  <dcterms:modified xsi:type="dcterms:W3CDTF">2026-10-18T13:26:25.8810000Z</dcterms:modified>
</coreProperties>
</file>